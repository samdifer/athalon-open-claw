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39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1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7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84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13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6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11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5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7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02498-77E2-4ADD-9C7C-813AFD1A8F9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14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86031" y="1381783"/>
            <a:ext cx="2822713" cy="437322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986032" y="1862387"/>
            <a:ext cx="2822713" cy="1749081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986032" y="3654611"/>
            <a:ext cx="2822713" cy="753844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108891" y="1387059"/>
            <a:ext cx="2822713" cy="2010864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986031" y="4445444"/>
            <a:ext cx="2822713" cy="475398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986030" y="4964591"/>
            <a:ext cx="2822713" cy="475398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769612" y="2582969"/>
            <a:ext cx="1397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GTN 750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9612" y="3817940"/>
            <a:ext cx="1397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GTN 650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2244" y="2105948"/>
            <a:ext cx="18340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/>
              <a:t>Avidyne</a:t>
            </a:r>
            <a:r>
              <a:rPr lang="en-US" sz="1400" dirty="0"/>
              <a:t> EX500 </a:t>
            </a:r>
          </a:p>
          <a:p>
            <a:pPr algn="ctr"/>
            <a:r>
              <a:rPr lang="en-US" sz="1400" dirty="0"/>
              <a:t>Multi-Function Display</a:t>
            </a:r>
          </a:p>
          <a:p>
            <a:pPr algn="ctr"/>
            <a:r>
              <a:rPr lang="en-US" sz="1400" dirty="0"/>
              <a:t>(Existing)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3668" y="4531563"/>
            <a:ext cx="2478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GTX-345 Transponder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3668" y="5016096"/>
            <a:ext cx="2478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GTX-335 Transponder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6178" y="1492445"/>
            <a:ext cx="23641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GMA 350 Audio Panel</a:t>
            </a:r>
          </a:p>
        </p:txBody>
      </p:sp>
    </p:spTree>
    <p:extLst>
      <p:ext uri="{BB962C8B-B14F-4D97-AF65-F5344CB8AC3E}">
        <p14:creationId xmlns:p14="http://schemas.microsoft.com/office/powerpoint/2010/main" val="415864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26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Nathanael Earp</dc:creator>
  <cp:lastModifiedBy>Nathanael Earp</cp:lastModifiedBy>
  <cp:revision>6</cp:revision>
  <dcterms:created xsi:type="dcterms:W3CDTF">2016-10-20T16:42:30Z</dcterms:created>
  <dcterms:modified xsi:type="dcterms:W3CDTF">2016-11-21T19:36:10Z</dcterms:modified>
</cp:coreProperties>
</file>