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1146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3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1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074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8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1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5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7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02498-77E2-4ADD-9C7C-813AFD1A8F94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9FAC4-1714-456E-AB67-BACA1D431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14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4601" y="2033293"/>
            <a:ext cx="2822713" cy="437322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74602" y="2513897"/>
            <a:ext cx="2822713" cy="1749081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974602" y="4306121"/>
            <a:ext cx="2822713" cy="75384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26473" y="2040632"/>
            <a:ext cx="2822713" cy="2010864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26472" y="4082535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26472" y="4588972"/>
            <a:ext cx="2822713" cy="475398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69808" y="1012874"/>
            <a:ext cx="5992837" cy="485335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758182" y="3234479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750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2" y="4469450"/>
            <a:ext cx="1397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GTN 650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0814" y="2757458"/>
            <a:ext cx="1834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/>
              <a:t>Avidyne</a:t>
            </a:r>
            <a:r>
              <a:rPr lang="en-US" sz="1400" dirty="0"/>
              <a:t> EX600 </a:t>
            </a:r>
          </a:p>
          <a:p>
            <a:pPr algn="ctr"/>
            <a:r>
              <a:rPr lang="en-US" sz="1400" dirty="0"/>
              <a:t>Multi-Function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109" y="4168654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GTX-335 Transponder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109" y="4653187"/>
            <a:ext cx="2478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GTX-335 Transponder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4748" y="2143955"/>
            <a:ext cx="2364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Garmin GMA 350 Audio Panel</a:t>
            </a:r>
          </a:p>
        </p:txBody>
      </p:sp>
    </p:spTree>
    <p:extLst>
      <p:ext uri="{BB962C8B-B14F-4D97-AF65-F5344CB8AC3E}">
        <p14:creationId xmlns:p14="http://schemas.microsoft.com/office/powerpoint/2010/main" val="415864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Nathanael Earp</dc:creator>
  <cp:lastModifiedBy>Nathanael Earp</cp:lastModifiedBy>
  <cp:revision>4</cp:revision>
  <dcterms:created xsi:type="dcterms:W3CDTF">2016-10-20T16:42:30Z</dcterms:created>
  <dcterms:modified xsi:type="dcterms:W3CDTF">2016-10-20T18:26:22Z</dcterms:modified>
</cp:coreProperties>
</file>