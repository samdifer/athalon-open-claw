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56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12/2/2016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739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12/2/2016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59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12/2/2016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510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12/2/2016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074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12/2/2016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184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12/2/2016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81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12/2/2016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013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12/2/2016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26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12/2/2016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311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12/2/2016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355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12/2/2016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67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02498-77E2-4ADD-9C7C-813AFD1A8F94}" type="datetimeFigureOut">
              <a:rPr lang="en-US" smtClean="0"/>
              <a:t>12/2/2016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914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 flipH="1">
            <a:off x="3045445" y="1238161"/>
            <a:ext cx="1433791" cy="40788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877589" y="2297676"/>
            <a:ext cx="390378" cy="51178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479235" y="1238161"/>
            <a:ext cx="3720801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877589" y="2809461"/>
            <a:ext cx="0" cy="2769704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1877589" y="5579165"/>
            <a:ext cx="47240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8200036" y="1238161"/>
            <a:ext cx="0" cy="467572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691170" y="2421339"/>
            <a:ext cx="2254504" cy="2382537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434629" y="2421339"/>
            <a:ext cx="2254504" cy="2382537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>
            <a:spLocks noChangeAspect="1"/>
          </p:cNvSpPr>
          <p:nvPr/>
        </p:nvSpPr>
        <p:spPr>
          <a:xfrm>
            <a:off x="8000660" y="2591098"/>
            <a:ext cx="91440" cy="91440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>
            <a:spLocks noChangeAspect="1"/>
          </p:cNvSpPr>
          <p:nvPr/>
        </p:nvSpPr>
        <p:spPr>
          <a:xfrm>
            <a:off x="8000660" y="4039411"/>
            <a:ext cx="91440" cy="91440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>
            <a:spLocks noChangeAspect="1"/>
          </p:cNvSpPr>
          <p:nvPr/>
        </p:nvSpPr>
        <p:spPr>
          <a:xfrm>
            <a:off x="4487483" y="1341717"/>
            <a:ext cx="91440" cy="91440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>
            <a:spLocks noChangeAspect="1"/>
          </p:cNvSpPr>
          <p:nvPr/>
        </p:nvSpPr>
        <p:spPr>
          <a:xfrm>
            <a:off x="8000660" y="5388581"/>
            <a:ext cx="91440" cy="91440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5797069" y="2542191"/>
            <a:ext cx="2024450" cy="194265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3558784" y="2537828"/>
            <a:ext cx="2024450" cy="194265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3613679" y="4524929"/>
            <a:ext cx="250364" cy="23449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7544075" y="4524928"/>
            <a:ext cx="250364" cy="23449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 flipH="1">
            <a:off x="4152632" y="4589801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 flipH="1">
            <a:off x="4418118" y="4593453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 flipH="1">
            <a:off x="5294269" y="4593453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 flipH="1">
            <a:off x="4706715" y="4596968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 flipH="1">
            <a:off x="5000492" y="4589801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 flipH="1">
            <a:off x="6096977" y="4583986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 flipH="1">
            <a:off x="6362463" y="4587638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 flipH="1">
            <a:off x="7238614" y="4587638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 flipH="1">
            <a:off x="6651060" y="4591153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 flipH="1">
            <a:off x="6944837" y="4583986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6393249" y="3430624"/>
            <a:ext cx="10166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Garmin G600</a:t>
            </a:r>
          </a:p>
        </p:txBody>
      </p:sp>
      <p:cxnSp>
        <p:nvCxnSpPr>
          <p:cNvPr id="82" name="Straight Connector 81"/>
          <p:cNvCxnSpPr/>
          <p:nvPr/>
        </p:nvCxnSpPr>
        <p:spPr>
          <a:xfrm flipH="1">
            <a:off x="2267967" y="1646655"/>
            <a:ext cx="777478" cy="65102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4113672" y="3432482"/>
            <a:ext cx="10166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Garmin G600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47843" y="2853806"/>
            <a:ext cx="648286" cy="1949963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3434629" y="1694864"/>
            <a:ext cx="1412404" cy="51634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3550419" y="1814538"/>
            <a:ext cx="12966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AP Mode Annun</a:t>
            </a:r>
          </a:p>
        </p:txBody>
      </p:sp>
      <p:sp>
        <p:nvSpPr>
          <p:cNvPr id="72" name="Oval 71"/>
          <p:cNvSpPr/>
          <p:nvPr/>
        </p:nvSpPr>
        <p:spPr>
          <a:xfrm>
            <a:off x="3138529" y="3744207"/>
            <a:ext cx="157600" cy="156568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/>
          <p:cNvSpPr txBox="1"/>
          <p:nvPr/>
        </p:nvSpPr>
        <p:spPr>
          <a:xfrm>
            <a:off x="1973605" y="3555552"/>
            <a:ext cx="6869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MD302</a:t>
            </a:r>
          </a:p>
          <a:p>
            <a:r>
              <a:rPr lang="en-US" sz="1200" dirty="0"/>
              <a:t>Standby</a:t>
            </a:r>
          </a:p>
        </p:txBody>
      </p:sp>
      <p:cxnSp>
        <p:nvCxnSpPr>
          <p:cNvPr id="79" name="Straight Connector 78"/>
          <p:cNvCxnSpPr/>
          <p:nvPr/>
        </p:nvCxnSpPr>
        <p:spPr>
          <a:xfrm>
            <a:off x="7351603" y="5913888"/>
            <a:ext cx="848433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6587336" y="5579165"/>
            <a:ext cx="764267" cy="33472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7575445" y="5480021"/>
            <a:ext cx="359250" cy="335102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/>
          <p:cNvSpPr>
            <a:spLocks noChangeAspect="1"/>
          </p:cNvSpPr>
          <p:nvPr/>
        </p:nvSpPr>
        <p:spPr>
          <a:xfrm>
            <a:off x="8000660" y="1336949"/>
            <a:ext cx="91440" cy="91440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 flipH="1">
            <a:off x="7163201" y="1999177"/>
            <a:ext cx="226871" cy="21203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 flipH="1">
            <a:off x="7430639" y="1999177"/>
            <a:ext cx="226871" cy="21203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 flipH="1">
            <a:off x="7703069" y="1999176"/>
            <a:ext cx="226871" cy="21203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255397" y="5987053"/>
            <a:ext cx="2169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LH Instrument Panel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37490" y="3906660"/>
            <a:ext cx="454244" cy="787892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2744864" y="2956315"/>
            <a:ext cx="454244" cy="787892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 flipH="1">
            <a:off x="6895763" y="1996287"/>
            <a:ext cx="226871" cy="21203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8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55397" y="5987053"/>
            <a:ext cx="2116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RH Instrument Panel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5598389" y="1238161"/>
            <a:ext cx="1433791" cy="40788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809658" y="2297676"/>
            <a:ext cx="390378" cy="51178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1877589" y="1238161"/>
            <a:ext cx="3720801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8200036" y="2809461"/>
            <a:ext cx="0" cy="2769704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3476009" y="5579165"/>
            <a:ext cx="47240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1877589" y="1238161"/>
            <a:ext cx="0" cy="467572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 flipH="1">
            <a:off x="2131951" y="2421339"/>
            <a:ext cx="2254504" cy="2382537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 flipH="1">
            <a:off x="4388492" y="2421339"/>
            <a:ext cx="2254504" cy="2382537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>
            <a:spLocks noChangeAspect="1"/>
          </p:cNvSpPr>
          <p:nvPr/>
        </p:nvSpPr>
        <p:spPr>
          <a:xfrm flipH="1">
            <a:off x="1985525" y="2591098"/>
            <a:ext cx="91440" cy="91440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>
            <a:spLocks noChangeAspect="1"/>
          </p:cNvSpPr>
          <p:nvPr/>
        </p:nvSpPr>
        <p:spPr>
          <a:xfrm flipH="1">
            <a:off x="1985525" y="4039411"/>
            <a:ext cx="91440" cy="91440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>
            <a:spLocks noChangeAspect="1"/>
          </p:cNvSpPr>
          <p:nvPr/>
        </p:nvSpPr>
        <p:spPr>
          <a:xfrm flipH="1">
            <a:off x="5498702" y="1341717"/>
            <a:ext cx="91440" cy="91440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>
            <a:spLocks noChangeAspect="1"/>
          </p:cNvSpPr>
          <p:nvPr/>
        </p:nvSpPr>
        <p:spPr>
          <a:xfrm flipH="1">
            <a:off x="1985525" y="5388581"/>
            <a:ext cx="91440" cy="91440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 flipH="1">
            <a:off x="2256106" y="2542191"/>
            <a:ext cx="2024450" cy="194265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 flipH="1">
            <a:off x="4494391" y="2537828"/>
            <a:ext cx="2024450" cy="194265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 flipH="1">
            <a:off x="6213582" y="4524929"/>
            <a:ext cx="250364" cy="23449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 flipH="1">
            <a:off x="2283186" y="4524928"/>
            <a:ext cx="250364" cy="23449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5833553" y="4589801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5568067" y="4593453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4691916" y="4593453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5279470" y="4596968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4985693" y="4589801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3889208" y="4583986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3623722" y="4587638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2747571" y="4587638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3335125" y="4591153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3041348" y="4583986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 flipH="1">
            <a:off x="2667751" y="3430624"/>
            <a:ext cx="10166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Garmin G600</a:t>
            </a:r>
          </a:p>
        </p:txBody>
      </p:sp>
      <p:cxnSp>
        <p:nvCxnSpPr>
          <p:cNvPr id="82" name="Straight Connector 81"/>
          <p:cNvCxnSpPr/>
          <p:nvPr/>
        </p:nvCxnSpPr>
        <p:spPr>
          <a:xfrm>
            <a:off x="7032180" y="1646655"/>
            <a:ext cx="777478" cy="65102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 flipH="1">
            <a:off x="4947328" y="3432482"/>
            <a:ext cx="10166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Garmin G600</a:t>
            </a:r>
          </a:p>
        </p:txBody>
      </p:sp>
      <p:sp>
        <p:nvSpPr>
          <p:cNvPr id="47" name="Rectangle 46"/>
          <p:cNvSpPr/>
          <p:nvPr/>
        </p:nvSpPr>
        <p:spPr>
          <a:xfrm flipH="1">
            <a:off x="6781496" y="2853806"/>
            <a:ext cx="648286" cy="1949963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 flipH="1">
            <a:off x="6781496" y="3744207"/>
            <a:ext cx="157600" cy="156568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9" name="Straight Connector 78"/>
          <p:cNvCxnSpPr/>
          <p:nvPr/>
        </p:nvCxnSpPr>
        <p:spPr>
          <a:xfrm flipH="1">
            <a:off x="1877589" y="5913888"/>
            <a:ext cx="848433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 flipH="1">
            <a:off x="2726022" y="5579165"/>
            <a:ext cx="764267" cy="33472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>
            <a:spLocks noChangeAspect="1"/>
          </p:cNvSpPr>
          <p:nvPr/>
        </p:nvSpPr>
        <p:spPr>
          <a:xfrm flipH="1">
            <a:off x="1985525" y="1336949"/>
            <a:ext cx="91440" cy="91440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2687553" y="1999177"/>
            <a:ext cx="226871" cy="21203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2420115" y="1999177"/>
            <a:ext cx="226871" cy="21203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2147685" y="1999176"/>
            <a:ext cx="226871" cy="21203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 flipH="1">
            <a:off x="6885891" y="3906660"/>
            <a:ext cx="454244" cy="787892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 flipH="1">
            <a:off x="6878517" y="2956315"/>
            <a:ext cx="454244" cy="787892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2954991" y="1996287"/>
            <a:ext cx="226871" cy="21203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156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92163" y="2058698"/>
            <a:ext cx="2822713" cy="437322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992162" y="2549278"/>
            <a:ext cx="2822713" cy="2007884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007044" y="4610420"/>
            <a:ext cx="2822713" cy="753844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943191" y="2058698"/>
            <a:ext cx="2822713" cy="2010864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943191" y="4123535"/>
            <a:ext cx="2822713" cy="475398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943191" y="4642109"/>
            <a:ext cx="2822713" cy="475398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869808" y="999182"/>
            <a:ext cx="5992837" cy="4675727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3782009" y="3567184"/>
            <a:ext cx="13972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Garmin GTN 750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0624" y="4773749"/>
            <a:ext cx="13972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Garmin GTN 650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532" y="2775524"/>
            <a:ext cx="183402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Avidyne EX500 </a:t>
            </a:r>
          </a:p>
          <a:p>
            <a:pPr algn="ctr"/>
            <a:r>
              <a:rPr lang="en-US" sz="1400" dirty="0"/>
              <a:t>Multi-Function Display</a:t>
            </a:r>
          </a:p>
          <a:p>
            <a:pPr algn="ctr"/>
            <a:r>
              <a:rPr lang="en-US" sz="1400" dirty="0"/>
              <a:t>(existing)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0828" y="4209654"/>
            <a:ext cx="2478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Garmin GTX-345 Transponder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0828" y="4706324"/>
            <a:ext cx="2478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Garmin GTX-335 Transponder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2310" y="2169360"/>
            <a:ext cx="23641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Garmin GMA 350 Audio Panel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6173" y="1561680"/>
            <a:ext cx="9712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Alt Preselect</a:t>
            </a:r>
          </a:p>
        </p:txBody>
      </p:sp>
      <p:sp>
        <p:nvSpPr>
          <p:cNvPr id="24" name="Rectangle: Rounded Corners 23"/>
          <p:cNvSpPr/>
          <p:nvPr/>
        </p:nvSpPr>
        <p:spPr>
          <a:xfrm>
            <a:off x="5938606" y="1179671"/>
            <a:ext cx="1386256" cy="640197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5994736" y="1342099"/>
            <a:ext cx="245307" cy="245659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331409" y="1369394"/>
            <a:ext cx="852479" cy="20331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07044" y="1203318"/>
            <a:ext cx="558166" cy="26161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/>
              <a:t>N422Z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1634" y="5922592"/>
            <a:ext cx="2261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CTR Instrument Panel</a:t>
            </a:r>
          </a:p>
        </p:txBody>
      </p:sp>
    </p:spTree>
    <p:extLst>
      <p:ext uri="{BB962C8B-B14F-4D97-AF65-F5344CB8AC3E}">
        <p14:creationId xmlns:p14="http://schemas.microsoft.com/office/powerpoint/2010/main" val="4158644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 flipH="1">
            <a:off x="3045445" y="1238161"/>
            <a:ext cx="1433791" cy="407889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1877589" y="2297676"/>
            <a:ext cx="390378" cy="51178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479235" y="1238161"/>
            <a:ext cx="3720801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877589" y="2809461"/>
            <a:ext cx="0" cy="2769704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1877589" y="5579165"/>
            <a:ext cx="4724027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8200036" y="1238161"/>
            <a:ext cx="0" cy="467572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 flipH="1">
            <a:off x="2267967" y="1646655"/>
            <a:ext cx="777478" cy="65102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7351603" y="5913888"/>
            <a:ext cx="848433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6587336" y="5579165"/>
            <a:ext cx="764267" cy="33472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7575445" y="5480021"/>
            <a:ext cx="359250" cy="335102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/>
          <p:cNvSpPr/>
          <p:nvPr/>
        </p:nvSpPr>
        <p:spPr>
          <a:xfrm>
            <a:off x="5705553" y="1751549"/>
            <a:ext cx="2254504" cy="2382537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3449012" y="1751549"/>
            <a:ext cx="2254504" cy="2382537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/>
          <p:cNvSpPr/>
          <p:nvPr/>
        </p:nvSpPr>
        <p:spPr>
          <a:xfrm>
            <a:off x="3590372" y="4238607"/>
            <a:ext cx="1291870" cy="1219199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/>
          <p:cNvSpPr/>
          <p:nvPr/>
        </p:nvSpPr>
        <p:spPr>
          <a:xfrm>
            <a:off x="5129259" y="4238607"/>
            <a:ext cx="1291870" cy="1219199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/>
          <p:cNvSpPr/>
          <p:nvPr/>
        </p:nvSpPr>
        <p:spPr>
          <a:xfrm>
            <a:off x="6668145" y="4238608"/>
            <a:ext cx="1291870" cy="1219199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/>
          <p:cNvSpPr/>
          <p:nvPr/>
        </p:nvSpPr>
        <p:spPr>
          <a:xfrm>
            <a:off x="1982640" y="2838085"/>
            <a:ext cx="1412404" cy="51634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/>
          <p:cNvSpPr>
            <a:spLocks noChangeAspect="1"/>
          </p:cNvSpPr>
          <p:nvPr/>
        </p:nvSpPr>
        <p:spPr>
          <a:xfrm>
            <a:off x="8000660" y="1336949"/>
            <a:ext cx="91440" cy="91440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/>
          <p:cNvSpPr>
            <a:spLocks noChangeAspect="1"/>
          </p:cNvSpPr>
          <p:nvPr/>
        </p:nvSpPr>
        <p:spPr>
          <a:xfrm>
            <a:off x="8000660" y="2591098"/>
            <a:ext cx="91440" cy="91440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/>
          <p:cNvSpPr>
            <a:spLocks noChangeAspect="1"/>
          </p:cNvSpPr>
          <p:nvPr/>
        </p:nvSpPr>
        <p:spPr>
          <a:xfrm>
            <a:off x="8000660" y="4039411"/>
            <a:ext cx="91440" cy="91440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/>
          <p:cNvSpPr>
            <a:spLocks noChangeAspect="1"/>
          </p:cNvSpPr>
          <p:nvPr/>
        </p:nvSpPr>
        <p:spPr>
          <a:xfrm>
            <a:off x="4516866" y="1330727"/>
            <a:ext cx="91440" cy="91440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/>
          <p:cNvSpPr>
            <a:spLocks noChangeAspect="1"/>
          </p:cNvSpPr>
          <p:nvPr/>
        </p:nvSpPr>
        <p:spPr>
          <a:xfrm>
            <a:off x="8000660" y="5388581"/>
            <a:ext cx="91440" cy="91440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/>
          <p:cNvSpPr/>
          <p:nvPr/>
        </p:nvSpPr>
        <p:spPr>
          <a:xfrm>
            <a:off x="5811452" y="1872401"/>
            <a:ext cx="2024450" cy="194265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/>
          <p:cNvSpPr/>
          <p:nvPr/>
        </p:nvSpPr>
        <p:spPr>
          <a:xfrm>
            <a:off x="3573167" y="1868038"/>
            <a:ext cx="2024450" cy="194265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/>
          <p:cNvSpPr/>
          <p:nvPr/>
        </p:nvSpPr>
        <p:spPr>
          <a:xfrm>
            <a:off x="3628062" y="3855139"/>
            <a:ext cx="250364" cy="23449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/>
          <p:cNvSpPr/>
          <p:nvPr/>
        </p:nvSpPr>
        <p:spPr>
          <a:xfrm>
            <a:off x="7558458" y="3855138"/>
            <a:ext cx="250364" cy="23449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/>
          <p:cNvSpPr/>
          <p:nvPr/>
        </p:nvSpPr>
        <p:spPr>
          <a:xfrm flipH="1">
            <a:off x="4167015" y="3920011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/>
          <p:cNvSpPr/>
          <p:nvPr/>
        </p:nvSpPr>
        <p:spPr>
          <a:xfrm flipH="1">
            <a:off x="4432501" y="3923663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/>
          <p:cNvSpPr/>
          <p:nvPr/>
        </p:nvSpPr>
        <p:spPr>
          <a:xfrm flipH="1">
            <a:off x="5308652" y="3923663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ectangle 151"/>
          <p:cNvSpPr/>
          <p:nvPr/>
        </p:nvSpPr>
        <p:spPr>
          <a:xfrm flipH="1">
            <a:off x="4721098" y="3927178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tangle 152"/>
          <p:cNvSpPr/>
          <p:nvPr/>
        </p:nvSpPr>
        <p:spPr>
          <a:xfrm flipH="1">
            <a:off x="5014875" y="3920011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/>
          <p:cNvSpPr/>
          <p:nvPr/>
        </p:nvSpPr>
        <p:spPr>
          <a:xfrm flipH="1">
            <a:off x="6111360" y="3914196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/>
          <p:cNvSpPr/>
          <p:nvPr/>
        </p:nvSpPr>
        <p:spPr>
          <a:xfrm flipH="1">
            <a:off x="6376846" y="3917848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/>
          <p:cNvSpPr/>
          <p:nvPr/>
        </p:nvSpPr>
        <p:spPr>
          <a:xfrm flipH="1">
            <a:off x="7252997" y="3917848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/>
          <p:cNvSpPr/>
          <p:nvPr/>
        </p:nvSpPr>
        <p:spPr>
          <a:xfrm flipH="1">
            <a:off x="6665443" y="3921363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/>
          <p:cNvSpPr/>
          <p:nvPr/>
        </p:nvSpPr>
        <p:spPr>
          <a:xfrm flipH="1">
            <a:off x="6959220" y="3914196"/>
            <a:ext cx="91440" cy="107766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/>
          <p:cNvSpPr txBox="1"/>
          <p:nvPr/>
        </p:nvSpPr>
        <p:spPr>
          <a:xfrm>
            <a:off x="6407632" y="2760834"/>
            <a:ext cx="10166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Garmin G600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917469" y="4709706"/>
            <a:ext cx="7752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Altimeter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435520" y="4694486"/>
            <a:ext cx="6701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Horizon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885325" y="4694486"/>
            <a:ext cx="7350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Airspeed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128055" y="2762692"/>
            <a:ext cx="10166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Garmin G600</a:t>
            </a:r>
          </a:p>
        </p:txBody>
      </p:sp>
      <p:sp>
        <p:nvSpPr>
          <p:cNvPr id="165" name="Rectangle 164"/>
          <p:cNvSpPr/>
          <p:nvPr/>
        </p:nvSpPr>
        <p:spPr>
          <a:xfrm flipH="1">
            <a:off x="2599039" y="2505721"/>
            <a:ext cx="226871" cy="21203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ectangle 165"/>
          <p:cNvSpPr/>
          <p:nvPr/>
        </p:nvSpPr>
        <p:spPr>
          <a:xfrm flipH="1">
            <a:off x="2866477" y="2505721"/>
            <a:ext cx="226871" cy="21203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ectangle 166"/>
          <p:cNvSpPr/>
          <p:nvPr/>
        </p:nvSpPr>
        <p:spPr>
          <a:xfrm flipH="1">
            <a:off x="3148334" y="2505720"/>
            <a:ext cx="226871" cy="21203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/>
          <p:cNvSpPr/>
          <p:nvPr/>
        </p:nvSpPr>
        <p:spPr>
          <a:xfrm>
            <a:off x="2267966" y="4415754"/>
            <a:ext cx="1075389" cy="1014028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TextBox 168"/>
          <p:cNvSpPr txBox="1"/>
          <p:nvPr/>
        </p:nvSpPr>
        <p:spPr>
          <a:xfrm>
            <a:off x="2266999" y="4799512"/>
            <a:ext cx="10760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Turn and Bank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70666" y="2958844"/>
            <a:ext cx="12966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AP Mode Annun</a:t>
            </a:r>
          </a:p>
        </p:txBody>
      </p:sp>
    </p:spTree>
    <p:extLst>
      <p:ext uri="{BB962C8B-B14F-4D97-AF65-F5344CB8AC3E}">
        <p14:creationId xmlns:p14="http://schemas.microsoft.com/office/powerpoint/2010/main" val="1040603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64</Words>
  <Application>Microsoft Office PowerPoint</Application>
  <PresentationFormat>Widescreen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Nathanael Earp</dc:creator>
  <cp:lastModifiedBy>Nathanael Earp</cp:lastModifiedBy>
  <cp:revision>46</cp:revision>
  <dcterms:created xsi:type="dcterms:W3CDTF">2016-10-20T16:42:30Z</dcterms:created>
  <dcterms:modified xsi:type="dcterms:W3CDTF">2016-12-02T23:41:08Z</dcterms:modified>
</cp:coreProperties>
</file>